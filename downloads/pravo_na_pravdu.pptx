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Демонстрационная модель итогов. Данные вымышлены. Версия для показа без анимации; полный сценарий — presenter_script.md.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en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