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861551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показатели — демонстрационные. Реальные результаты ещё не добавлены. Анимация и музыка доступны в index.html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показатели — демонстрационные. Реальные результаты ещё не добавлены. Анимация и музыка доступны в index.html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показатели — демонстрационные. Реальные результаты ещё не добавлены. Анимация и музыка доступны в index.html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показатели — демонстрационные. Реальные результаты ещё не добавлены. Анимация и музыка доступны в index.html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показатели — демонстрационные. Реальные результаты ещё не добавлены. Анимация и музыка доступны в index.html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показатели — демонстрационные. Реальные результаты ещё не добавлены. Анимация и музыка доступны в index.html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