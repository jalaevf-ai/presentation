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8fe59645c94060" /><Relationship Type="http://schemas.openxmlformats.org/officeDocument/2006/relationships/extended-properties" Target="/docProps/app.xml" Id="R4ae89043f422491c" /><Relationship Type="http://schemas.openxmlformats.org/officeDocument/2006/relationships/officeDocument" Target="/ppt/presentation.xml" Id="R5b2923c32e844a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01bc7d82c14b0c"/>
  </p:sldMasterIdLst>
  <p:notesMasterIdLst>
    <p:notesMasterId xmlns:r="http://schemas.openxmlformats.org/officeDocument/2006/relationships" r:id="R80ec4a91bb0e4b41"/>
  </p:notesMasterIdLst>
  <p:sldIdLst>
    <p:sldId xmlns:r="http://schemas.openxmlformats.org/officeDocument/2006/relationships" id="256" r:id="R0f00bc61287c4a24"/>
    <p:sldId xmlns:r="http://schemas.openxmlformats.org/officeDocument/2006/relationships" id="257" r:id="Rfac9b0b09c9844d0"/>
    <p:sldId xmlns:r="http://schemas.openxmlformats.org/officeDocument/2006/relationships" id="258" r:id="Rc323da457ea141d3"/>
    <p:sldId xmlns:r="http://schemas.openxmlformats.org/officeDocument/2006/relationships" id="259" r:id="R77fb1f73e608420f"/>
    <p:sldId xmlns:r="http://schemas.openxmlformats.org/officeDocument/2006/relationships" id="260" r:id="Rfa66808a316047a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c20c762fd04665" /><Relationship Type="http://schemas.openxmlformats.org/officeDocument/2006/relationships/slideMaster" Target="/ppt/slideMasters/slideMaster1.xml" Id="Rf701bc7d82c14b0c" /><Relationship Type="http://schemas.openxmlformats.org/officeDocument/2006/relationships/notesMaster" Target="/ppt/notesMasters/notesMaster1.xml" Id="R80ec4a91bb0e4b41" /><Relationship Type="http://schemas.openxmlformats.org/officeDocument/2006/relationships/presProps" Target="/ppt/presProps.xml" Id="Rfb50a89da1d34444" /><Relationship Type="http://schemas.openxmlformats.org/officeDocument/2006/relationships/tableStyles" Target="/ppt/tableStyles.xml" Id="Re07e8001f84b4c2e" /><Relationship Type="http://schemas.openxmlformats.org/officeDocument/2006/relationships/slide" Target="/ppt/slides/slide1.xml" Id="R0f00bc61287c4a24" /><Relationship Type="http://schemas.openxmlformats.org/officeDocument/2006/relationships/slide" Target="/ppt/slides/slide2.xml" Id="Rfac9b0b09c9844d0" /><Relationship Type="http://schemas.openxmlformats.org/officeDocument/2006/relationships/slide" Target="/ppt/slides/slide3.xml" Id="Rc323da457ea141d3" /><Relationship Type="http://schemas.openxmlformats.org/officeDocument/2006/relationships/slide" Target="/ppt/slides/slide4.xml" Id="R77fb1f73e608420f" /><Relationship Type="http://schemas.openxmlformats.org/officeDocument/2006/relationships/slide" Target="/ppt/slides/slide5.xml" Id="Rfa66808a316047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e143f8dcbc43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1de4e91cb84b6f" /><Relationship Type="http://schemas.openxmlformats.org/officeDocument/2006/relationships/notesMaster" Target="/ppt/notesMasters/notesMaster1.xml" Id="Rb9f88377622d4a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0d2ed3d64b4f29" /><Relationship Type="http://schemas.openxmlformats.org/officeDocument/2006/relationships/notesMaster" Target="/ppt/notesMasters/notesMaster1.xml" Id="R6c6501dcd07647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27ea06bfe74486" /><Relationship Type="http://schemas.openxmlformats.org/officeDocument/2006/relationships/notesMaster" Target="/ppt/notesMasters/notesMaster1.xml" Id="R01146182621848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a67bb146e147a9" /><Relationship Type="http://schemas.openxmlformats.org/officeDocument/2006/relationships/notesMaster" Target="/ppt/notesMasters/notesMaster1.xml" Id="Rb0d6b7929cb247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df9fa0b9d74406" /><Relationship Type="http://schemas.openxmlformats.org/officeDocument/2006/relationships/notesMaster" Target="/ppt/notesMasters/notesMaster1.xml" Id="R0bd97ff7d9e24d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ожидали, что наше дерево доверия получится пышным. Но некоторые ветви так и остались пустыми.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[Пауза. Дать коллегам рассмотреть дерево.]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Для нас это стало одним из самых важных наблюдений. Доверие не возникает само по себе, даже если для него придумана хорошая идея и создана возможность проявить себя.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Ему нужны участие, открытость и шаг навстречу от каждого. Одного желания организаторов здесь недостаточно.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не хотим прятать пустые ветви: они тоже часть нашего результата. Они напоминают, что отношения требуют общего участия. Доверие невозможно построить в одиночку.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 втором эксперименте мы не изменили ни одного ответа. Мы изменили только вопросы. И те же самые слова приобрели совершенно другой смысл.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Нам было важно обратить внимание на то, как доверие влияет на восприятие информации. Мы слышим ответ, но не всегда можем проверить весь контекст, в котором он прозвучал.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обычной работе мы тоже не можем постоянно перепроверять всё. Многое принимаем потому, что доверяем человеку, который нам это сообщает.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этом и парадокс: доверие становится особенно важным именно там, где заканчивается возможность всё проверить. Поэтому так важно бережно обращаться с чужими словами и их смыслом.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эксперименте «Руководитель и замена» мы решили показать доверие действием. Руководители на время передали сотрудникам часть своих функций и возможность самостоятельно принимать решения.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Сказать «Я тебе доверяю» легко. Гораздо сложнее действительно дать другому человеку свободу действовать.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Для нас именно в этом был смысл эксперимента: сделать доверие конкретным. Оно проявилось в переданных функциях и в возможности принимать решения, а не только в добрых словах.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Наш вывод: настоящее доверие начинается там, где вместе с задачей мы готовы передать и ответственность. Свобода действий и ответственность здесь идут рядом.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следующем эксперименте для нас был важен не сам выбор — поверить или не поверить. Мы хотели увидеть границу между доверием и доверчивостью.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Большинство коллег не приняли информацию безоговорочно и попытались оценить её достоверность. Для нас это важный результат.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Доверие не отменяет критического мышления. Можно доверять человеку и при этом задавать вопросы, уточнять детали и оставлять место для сомнений.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Зрелое доверие выдерживает такие вопросы. Ведь доверять — это не значит верить всему.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Наши эксперименты показали разные проявления доверия. В дереве — участие. В вопросах и ответах — отношение к информации. В передаче функций — свободу и ответственность. В сомнениях — способность мыслить критически.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Но основа у них одна: отношения между людьми.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Доверие невозможно создать одним словом или одним поступком. Оно складывается постепенно — из открытости, участия, ответственности и ежедневных действий каждого из нас.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[Пауза. Посмотреть на коллег.]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Доверие трудно заслужить.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Легко потерять.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 очень важно сохранить.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[Удержать финальный кадр три секунды.]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eae4edebe042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9a30b7c87f4073" /><Relationship Type="http://schemas.openxmlformats.org/officeDocument/2006/relationships/slideLayout" Target="/ppt/slideLayouts/slideLayout1.xml" Id="R9a7fa89f7d564b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7fa89f7d564b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9f6e71e854b53" /><Relationship Type="http://schemas.openxmlformats.org/officeDocument/2006/relationships/image" Target="/ppt/media/image.png" Id="R038d60f0efc84b39" /><Relationship Type="http://schemas.openxmlformats.org/officeDocument/2006/relationships/notesSlide" Target="/ppt/notesSlides/notesSlide1.xml" Id="R37b4bec50e184a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967639041439a" /><Relationship Type="http://schemas.openxmlformats.org/officeDocument/2006/relationships/image" Target="/ppt/media/image2.png" Id="R8d5c7077a29548d3" /><Relationship Type="http://schemas.openxmlformats.org/officeDocument/2006/relationships/notesSlide" Target="/ppt/notesSlides/notesSlide2.xml" Id="Race47e9525bc4a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70a2a81014c63" /><Relationship Type="http://schemas.openxmlformats.org/officeDocument/2006/relationships/image" Target="/ppt/media/image3.png" Id="Re00f5c4e404f40c5" /><Relationship Type="http://schemas.openxmlformats.org/officeDocument/2006/relationships/notesSlide" Target="/ppt/notesSlides/notesSlide3.xml" Id="R61d5549d2db74d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beb2f15924f6e" /><Relationship Type="http://schemas.openxmlformats.org/officeDocument/2006/relationships/image" Target="/ppt/media/image4.png" Id="R2d90bc108cfd44fc" /><Relationship Type="http://schemas.openxmlformats.org/officeDocument/2006/relationships/notesSlide" Target="/ppt/notesSlides/notesSlide4.xml" Id="R4be0ef0da34143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f426bb5eb646bf" /><Relationship Type="http://schemas.openxmlformats.org/officeDocument/2006/relationships/image" Target="/ppt/media/image5.png" Id="R5e35a0beee824470" /><Relationship Type="http://schemas.openxmlformats.org/officeDocument/2006/relationships/notesSlide" Target="/ppt/notesSlides/notesSlide5.xml" Id="Rf2911e406ba04b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8d60f0efc84b3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3931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c7077a29548d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5291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f5c4e404f40c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803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90bc108cfd44f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0797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35a0beee82447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4367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2026-10-16T04:29:19.1060000Z</dcterms:created>
  <dcterms:modified xsi:type="dcterms:W3CDTF">2026-10-16T04:29:19.1070000Z</dcterms:modified>
</coreProperties>
</file>