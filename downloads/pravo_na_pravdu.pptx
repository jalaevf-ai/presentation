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861551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EVOLET. Демонстрационные итоги. Статичный запасной вариант. Непрерывный рост из линий эмблемы доступен в HTML и MP4.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EVOLET. Демонстрационные итоги. Статичный запасной вариант. Непрерывный рост из линий эмблемы доступен в HTML и MP4.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EVOLET. Демонстрационные итоги. Статичный запасной вариант. Непрерывный рост из линий эмблемы доступен в HTML и MP4.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EVOLET. Демонстрационные итоги. Статичный запасной вариант. Непрерывный рост из линий эмблемы доступен в HTML и MP4.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EVOLET. Демонстрационные итоги. Статичный запасной вариант. Непрерывный рост из линий эмблемы доступен в HTML и MP4.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EVOLET. Демонстрационные итоги. Статичный запасной вариант. Непрерывный рост из линий эмблемы доступен в HTML и MP4.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df_scen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1551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