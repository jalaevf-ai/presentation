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861551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ожидали, что наше дерево доверия получится пышным. Но некоторые ветви так и остались пустыми.</a:t>
            </a:r>
          </a:p>
          <a:p/>
          <a:p>
            <a:r>
              <a:t>[Пауза. Дать коллегам рассмотреть дерево.]</a:t>
            </a:r>
          </a:p>
          <a:p/>
          <a:p>
            <a:r>
              <a:t>Для нас это стало одним из самых важных наблюдений. Доверие не возникает само по себе, даже если для него придумана хорошая идея и создана возможность проявить себя.</a:t>
            </a:r>
          </a:p>
          <a:p/>
          <a:p>
            <a:r>
              <a:t>Ему нужны участие, открытость и шаг навстречу от каждого. Одного желания организаторов здесь недостаточно.</a:t>
            </a:r>
          </a:p>
          <a:p/>
          <a:p>
            <a:r>
              <a:t>Мы не хотим прятать пустые ветви: они тоже часть нашего результата. Они напоминают, что отношения требуют общего участия. Доверие невозможно построить в одиночку.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 втором эксперименте мы не изменили ни одного ответа. Мы изменили только вопросы. И те же самые слова приобрели совершенно другой смысл.</a:t>
            </a:r>
          </a:p>
          <a:p/>
          <a:p>
            <a:r>
              <a:t>Нам было важно обратить внимание на то, как доверие влияет на восприятие информации. Мы слышим ответ, но не всегда можем проверить весь контекст, в котором он прозвучал.</a:t>
            </a:r>
          </a:p>
          <a:p/>
          <a:p>
            <a:r>
              <a:t>В обычной работе мы тоже не можем постоянно перепроверять всё. Многое принимаем потому, что доверяем человеку, который нам это сообщает.</a:t>
            </a:r>
          </a:p>
          <a:p/>
          <a:p>
            <a:r>
              <a:t>В этом и парадокс: доверие становится особенно важным именно там, где заканчивается возможность всё проверить. Поэтому так важно бережно обращаться с чужими словами и их смыслом.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эксперименте «Руководитель и замена» мы решили показать доверие действием. Руководители на время передали сотрудникам часть своих функций и возможность самостоятельно принимать решения.</a:t>
            </a:r>
          </a:p>
          <a:p/>
          <a:p>
            <a:r>
              <a:t>Сказать «Я тебе доверяю» легко. Гораздо сложнее действительно дать другому человеку свободу действовать.</a:t>
            </a:r>
          </a:p>
          <a:p/>
          <a:p>
            <a:r>
              <a:t>Для нас именно в этом был смысл эксперимента: сделать доверие конкретным. Оно проявилось в переданных функциях и в возможности принимать решения, а не только в добрых словах.</a:t>
            </a:r>
          </a:p>
          <a:p/>
          <a:p>
            <a:r>
              <a:t>Наш вывод: настоящее доверие начинается там, где вместе с задачей мы готовы передать и ответственность. Свобода действий и ответственность здесь идут рядом.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следующем эксперименте для нас был важен не сам выбор — поверить или не поверить. Мы хотели увидеть границу между доверием и доверчивостью.</a:t>
            </a:r>
          </a:p>
          <a:p/>
          <a:p>
            <a:r>
              <a:t>Большинство коллег не приняли информацию безоговорочно и попытались оценить её достоверность. Для нас это важный результат.</a:t>
            </a:r>
          </a:p>
          <a:p/>
          <a:p>
            <a:r>
              <a:t>Доверие не отменяет критического мышления. Можно доверять человеку и при этом задавать вопросы, уточнять детали и оставлять место для сомнений.</a:t>
            </a:r>
          </a:p>
          <a:p/>
          <a:p>
            <a:r>
              <a:t>Зрелое доверие выдерживает такие вопросы. Ведь доверять — это не значит верить всему.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Наши эксперименты показали разные проявления доверия. В дереве — участие. В вопросах и ответах — отношение к информации. В передаче функций — свободу и ответственность. В сомнениях — способность мыслить критически.</a:t>
            </a:r>
          </a:p>
          <a:p/>
          <a:p>
            <a:r>
              <a:t>Но основа у них одна: отношения между людьми.</a:t>
            </a:r>
          </a:p>
          <a:p/>
          <a:p>
            <a:r>
              <a:t>Доверие невозможно создать одним словом или одним поступком. Оно складывается постепенно — из открытости, участия, ответственности и ежедневных действий каждого из нас.</a:t>
            </a:r>
          </a:p>
          <a:p/>
          <a:p>
            <a:r>
              <a:t>[Пауза. Посмотреть на коллег.]</a:t>
            </a:r>
          </a:p>
          <a:p/>
          <a:p>
            <a:r>
              <a:t>Доверие трудно заслужить.</a:t>
            </a:r>
          </a:p>
          <a:p/>
          <a:p>
            <a:r>
              <a:t>Легко потерять.</a:t>
            </a:r>
          </a:p>
          <a:p/>
          <a:p>
            <a:r>
              <a:t>И очень важно сохранить.</a:t>
            </a:r>
          </a:p>
          <a:p/>
          <a:p>
            <a:r>
              <a:t>[Удержать финальный кадр три секунды.]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df_scen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1551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df_scen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1551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df_scen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1551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df_scen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1551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df_scen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1551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